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Team Kryptonite — 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College / incubator: to be confirmed by the team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review list.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patient adaptation (matured errors)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prediction range (conformal)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warning: new episode &gt; 180 mg/dL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Overview · Participants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Replay with warnings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evidence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Dashed: identical code offline and online   ·   Blue: serving model   ·   CPU only, runs locally, no cloud, no LLM   ·   research prototype,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data quality.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new people and an independent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College / incubator: to be confirmed by the team.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