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and committed before any arm was computed (D-046): the saved two-hour predictions re-analysed, every choice made on development people, the outer people read once. Same 14 already-inspected people: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a LightGBM–CatBoost blend (D-048, declared before scoring): +0.02 mg/dL at 60 min on development people against a 0.5 target, so the demo model is unchanged and the held-out folds were never opened.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retraining with participant balance, rising-glucose weights or 24-hour history (D-049, fresh fits): 60-min gains -0.04, +0.07 and +0.41 mg/dL against a 0.5 target; the demo model is unchanged.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