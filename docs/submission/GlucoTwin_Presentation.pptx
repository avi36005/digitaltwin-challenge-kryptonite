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2563EB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75569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Team Kryptonite — Avinash Gehi (team leader) · Hardik Hinduja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College / incubator: to be confirmed by the team</a:t>
            </a:r>
          </a:p>
          <a:p>
            <a:r>
              <a:rPr sz="1800">
                <a:solidFill>
                  <a:srgbClr val="475569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review list.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are a corrected re-run (gt-primary-2026-10-11-v2) of gt-primary-2026-10-11-v1 after two code fixes — same protocol, same test segment, already inspected.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338" y="1188720"/>
            <a:ext cx="9809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563EB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Declared rule: lowest mean per-participant MAE over both horizons; candidates within 0.5 mg/dL tie → simpler family, then smaller feature set. Selected: lightgbm:dyn-v2 with patient adaptation (adopted on validation). Best validation score: lightgbm:dyn-prof-v2 (17.36). The declared tie-break chose the simpler configuration; we did not switch after seeing test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Recorded-data replay in the held-out test period: current glucose, 30/60-minute forecasts with prediction ranges (target coverage 80 %), saved earlier forecasts, research warnings with outcomes, review status and data quality.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(held-out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Serving − persistence: -1.69 mg/dL [-2.34, -1.11] at 30 min, -2.42 mg/dL [-3.81, -1.11]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Adaptation (LightGBM): -0.24 mg/dL [-0.43, -0.07] at 30 min, -0.39 mg/dL [-0.79, -0.02] at 60 min — small; population 13.38 / 21.20, frozen state 13.40 / 21.16, adaptive 13.15 / 20.81 mg/dL. New-participant cold start: 14.92/25.47 → 14.07/23.12 mg/dL with adaptation.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-30 mg/dL chosen on validation by F1): 64/64 new onsets detected, precision 0.45, 79 false alarms (4.51 per eligible patient-day); forecast lead median 55 min (episode start 68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74.4 % (30 min) and 75.9 % (60 min) on test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18.87 vs 21.20 mg/dL at 60 min — timely meal data would likely help most.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New people and an independent cohort (research experiment)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Three models, kept separate: LightGBM v2 is the demo model (all results above); a Ridge model on CGM-only features is the five-minute candidate; a separate 15-minute LightGBM is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demo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(demo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held-out test (corrected re-run): 14/14 participants improved over persistence at 30 min and 12/14 at 60 min; MAE 13.15 / 20.81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(-0.24 mg/dL and -0.39 mg/dL). Warnings: 64/64 onsets detected with 79 false alarms — the F1 rule favours sensitivity over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review: an activity-window feature defect and an online warning double-credit were fixed and the protocol re-run (gt-primary-2026-10-11-v2); the original gt-primary-2026-10-11-v1 results are preserved.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before use with Indian patients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College / incubator: to be confirmed by the team.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(20:00):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gt-primary-2026-10-11-v2,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