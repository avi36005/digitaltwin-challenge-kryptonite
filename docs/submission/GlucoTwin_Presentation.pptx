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 ·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warnings reviewed one person at a time (no multi-patient queue yet).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Independent cohort (98 ShanghaiT2DM people, CGM-only 15-minute model, assessed once; D-045): 29.6 vs persistence 31.7 mg/dL at 120 min (-2.12 [-2.67, -1.53]), better for 78 of 98 people.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what we fixed, and what we could not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Declared and committed before any arm was computed (D-046): the saved two-hour predictions re-analysed, every choice made on development people, the outer people read once. Same 14 already-inspected people: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Fixed — prediction ranges: calibrating on all development people instead of 2 per fold raised two-hour coverage from 76.5 % to 79.8 % (target 80 %; 60 min 78.2 → 79.5 %), ranges 7 mg/dL wider.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earlier warning: 126 vs 123 of 329 onsets warned ≥ 30 min ahead (+0.9 points [-5.5, +6.6]) at the same workload; median lead still 15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health record as a new person's starting correction: -0.53 [-1.57, +0.58] mg/dL at 120 min, -0.93 [-2.74, +0.48] in the first 24 hours; the intervals cross zero, so no benefit is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demo model's ranges are already pooled over all 14 people; its under-coverage comes from drift between time segments, so this fix is not applied to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