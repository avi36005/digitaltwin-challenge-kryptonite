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563EB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75569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475569"/>
                </a:solidFill>
                <a:latin typeface="Arial"/>
              </a:rPr>
              <a:t>Team Kryptonite — Avinash Gehi (team leader) · Hardik Hinduja</a:t>
            </a:r>
          </a:p>
          <a:p>
            <a:r>
              <a:rPr sz="1800">
                <a:solidFill>
                  <a:srgbClr val="475569"/>
                </a:solidFill>
                <a:latin typeface="Arial"/>
              </a:rPr>
              <a:t>College / incubator: to be confirmed by the team</a:t>
            </a:r>
          </a:p>
          <a:p>
            <a:r>
              <a:rPr sz="1800">
                <a:solidFill>
                  <a:srgbClr val="475569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review list.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338" y="1188720"/>
            <a:ext cx="98090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Recorded-data replay in the held-out test period: current glucose, 30/60-minute forecasts with prediction ranges (target coverage 80 %), saved earlier forecasts, research warnings with outcomes, review status and data quality.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(held-out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New people and an independent cohort (research experiment)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held-out test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before use with Indian patients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College / incubator: to be confirmed by the team.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(20:00):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