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Each test below was declared and committed before computing it; the same 14 already-inspected people (internal validation).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a LightGBM–CatBoost blend (D-048): +0.02 mg/dL at 60 min on development people against a 0.5 target; held-out folds never opened.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retraining with participant balance, rising-glucose weights or 24-hour history (D-049, fresh fits): 60-min gains -0.04, +0.07 and +0.41 mg/dL against a 0.5 target; the demo model is unchanged.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Small internal gain, below our bar — tuned retraining with 24-hour history (D-051, 1,830 fits, each person held out): -0.37 [-0.63, -0.06] mg/dL at 60 min vs the equally tuned current features, 10 of 14 better; vs the refitted serving recipe -0.65 [-1.41, +0.07]. Declared bar −0.5; not adopted.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