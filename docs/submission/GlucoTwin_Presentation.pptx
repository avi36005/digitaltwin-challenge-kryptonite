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563EB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75569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College / incubator: to be confirmed by the team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338" y="1188720"/>
            <a:ext cx="9809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Recorded-data replay in the held-out test period: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(held-out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(2.28 per eligible patient-day);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New people and an independent cohort (research experiment)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held-out test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before use with Indian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College / incubator: to be confirmed by the team.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(20:00):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