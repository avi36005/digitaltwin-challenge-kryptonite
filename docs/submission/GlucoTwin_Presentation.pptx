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research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 CGMacros people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Constrained LightGBM fusion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 CGMacros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time-series foundation-model baseline on CGM only (a comparison, not a fusion model)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only, assessed once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 on CGM only, not the serving fusion model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mg/dL, averaged equally over participants: an average error, not an accuracy percentage. Each group is a different model and a different test — do not compare across groups. Serving ranges (target 80 %) covered 74.2 % / 74.0 %: under-coverage. Pending rows are filled only from verified, locked summaries.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people held out entirely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 and a Ridge five-minute candidate on CGM-only features. Neither is the serving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here (five participant folds, each person held out once, protocol frozen before fitting, D-032).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We declared each study before its own run. Later studies reused previously inspected participants, so those results are internal validation.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a LightGBM–CatBoost blend (D-048): +0.02 mg/dL at 60 min on development people against a 0.5 target; held-out folds never opened.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fixed and tuned retraining (D-049, D-051): best 60-min gain +0.41 mg/dL (fixed), -0.37 [-0.63, -0.06] with tuning, below the declared 0.5 bar.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joint selection (D-052, 1,570 fresh fits): -0.88 [-1.75, -0.13] mg/dL at 60 min vs the refitted serving recipe, but +1.70 on peaks above 180 and +0.60 false alarms/day — gates not met.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Research, 21–22 October: two declared studies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D-053 · gt-constrained-2026-10-21 — Constrained LightGBM fusion: peak-aware selection with the patient correction, each person held out once, against a freshly refitted serving recipe. Result and release-gate outcome: pending (inserted only from the locked, verified summary).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D-054 · gt-foundation-2026-10-21 — Zero-shot time-series foundation-model baseline on CGM only (a comparison, not a fusion model). Result and release-gate outcome: pending (inserted only from the locked, verified summary).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Both protocols were declared before their own runs. Later studies reused previously inspected participants, so their results are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Nothing from these studies reaches the app unless every declared release gate passes and the candidate passes serving parity and integration checks; otherwise the serving model is unchanged.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external cohort, CGM only · not the serving fusion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External check: an independent Type 2 cohort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Who: 98 adults with Type 2 diabetes in ShanghaiT2DM (China, FreeStyle Libre H, 15-minute readings), never trained on. No wearable or dated labs, so this checks the forecasting core only, not the fusion.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What: a separate 15-minute LightGBM on CGM-only features, developed on CGMacros. It is not the serving fusion model and not the Ridge candidate.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30 / 60 minutes (D-032, opened once): -0.99 [-1.21, -0.77] mg/dL at 30 min (clear) and -0.34 [-0.76, +0.10] mg/dL at 60 min (inconclusive), versus carrying the last reading forward.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Two hours ahead (D-045, declared before any fit, assessed once): 29.6 vs persistence 31.7 mg/dL at 120 min (-2.12 [-2.67, -1.53]), better for 78 of 98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Nothing was chosen on this cohort; other frozen pipelines were reported but not adopted, because choosing on it would turn it into a tuning set.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Retrospective replay only: no clinician workflow, outcome or safety study. Foundation-model baseline (D-054): result pending.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