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 ·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warnings reviewed one person at a time (no multi-patient queue yet).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