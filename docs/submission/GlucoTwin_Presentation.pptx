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Kryptonite,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 forecast at time t uses only records observed and available by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left out of the main model (logging time unknown); tested separately.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choices made on validation. The fusion re-run (gt-primary-2026-10-13-fusion) was declared after gt-primary-2026-10-11-v2's test had been inspected.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The patient correction learns only from forecasts whose outcome was already observed.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bounded patient update (±25 mg/dL)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range · warning &gt; 180 mg/dL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abstain / degraded / stale guards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warnings with outcomes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clinician review + note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review ledger (SQLite)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evidence · 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56048" y="3304184"/>
            <a:ext cx="1444752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F465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65776" y="3413912"/>
            <a:ext cx="122529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Candidates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65776" y="3706520"/>
            <a:ext cx="1225296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research only, offline;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served only if every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 gate passes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 line: identical code offline and online   ·   Blue: serving model   ·   Dashed box: research only, not served   ·   CPU only, local, no cloud, no LLM   ·  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38 dynamic features (CGM, heart rate, activity) + 8 baseline profile values (age, sex, BMI, HbA1c, labs)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linear trend, ridge. Learners: LightGBM and CatBoost, same search budget.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correction: a bounded mean of this person's observed errors; model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80 % prediction ranges (split-conformal), calibrated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 score: highest forecast in the next 60 min minus 180 mg/dL — not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Rule: lowest mean per-participant validation MAE over both horizons; within 0.5 mg/dL → simpler model. Only dyn-prof-v2 (profile + wearable) was eligible, to meet the fusion requirement — a constraint added on 2026-10-13, after the test segment had been inspected. Selected: lightgbm:dyn-prof-v2 with patient correction. Without the constraint the rule picks lightgbm:dyn-v2 (gt-primary-2026-10-11-v2).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 or no new reading; marked Stale after 15 min; weak inputs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input is used before it was available; the fusion model abstains when a health-record value is missing.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correction: only from observed outcomes, needs 6, capped at ±25 mg/dL, reset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stay Outcome pending until they can be judged, then match an onset or count as a false alarm.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80 % prediction ranges shown with measured coverage; not a medical device, no treatment advice.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Opened tests are locked;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Results at a glance: three kinds of evidence, kept apart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846320"/>
                <a:gridCol w="178308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Evaluated 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Model or procedure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MAE 30 / 60 min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Persistence 30 / 60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Serving model — later recordings of the same 14 CGMacros Type 2 people (a test over time, retrospective)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Final 20 % of each recording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Fusion LightGBM + bounded patient correction (serving)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12.96 / 20.26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14.84 / 23.23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Participant-held-out research — 14 CGMacros people, each held out once (internal validation)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Five participant folds (D-032)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CGM-only procedure (Ridge in 4 of 5 folds),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13.88 / 22.30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Same folds (D-053)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Peak-aware constrained fusion selection, not adopted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13.89 / 22.00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Same 14 people (D-054)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Zero-shot foundation model, CGM only,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14.55 / 22.92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External check — ShanghaiT2DM, 98 people, CGM only; D-045 was the cohort's second opening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98 people, 15-min CGM (D-045)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Separate 15-min LightGBM, CGM only,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10.90 / 19.31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12.14 / 20.44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6869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Mean absolute error in mg/dL (lower is better), averaged over participants. Each group is a different model and test — do not compare across groups. Serving ranges (target 80 %) covered 74.2 % / 74.0 %.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14 previously inspected people · internal comparison · CGM only · not served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a zero-shot foundation-model baseline (D-054)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amazon/chronos-bolt-tiny (8.7 M parameters, apache-2.0), zero-shot on CGM only. Not fine-tuned, not a fusion model, not served.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Vs carrying the last reading forward: -0.79 [-1.01, -0.59] mg/dL at 30 min, -1.54 [-1.81, -1.30] at 60 min — lower for 14 of 14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Vs our serving recipe refitted per held-out person: +0.42 [-0.70, +1.47] mg/dL at 60 min (22.92 vs 22.50) — not better; worse above 180 mg/dL.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previously inspected people: an internal comparison. Its pretraining data may include public CGM recordings.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glucose twin — replay API, immutable forecasts, warnings with outcomes — and a clinician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Found: the published 1-minute CGM values are interpolated; we use only native 5-minute readings.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Later recordings of the same 14 people: MAE 12.96 / 20.26 mg/dL vs persistence 14.84 / 23.23; better for 14/14 people at 30 min and 13/14 at 60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61/64 onsets detected, 1.49 false alarms per observed patient-day; 48.4 % of all onsets warned ≥ 30 min ahead.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results regenerate from versioned configs.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no Indian participants.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CGMs replayed with assumed zero latency; medication and meal timing unknown.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values are constant per person; no benefit shown for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Ranges under-cover (74.2 % / 74.0 % vs 80 % target); the warning threshold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 — no clinical, workflow or safety study.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Next: a prospective, consented Indian cohort and a full-fusion evaluation on new people.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https://github.com/Avi36005/DigitalTwin-Challenge-Kryptonite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video: https://youtu.be/SPaCWZINta0.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 (PhysioNet, doi:10.13026/3z8q-x658, CC BY-NC-SA 4.0); ShanghaiT2DM (figshare, doi:10.6084/m9.figshare.21600933.v5, CC BY 4.0).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Evidence: docs/judge_guide.md · reports/evidence_manifest.md · docs/submission/GlucoTwin_Research_Workbook.xlsx.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Research workbook (every claim → its source): https://docs.google.com/spreadsheets/d/1u06FJSwKpWywDKrE9fGa2ZzivmY3eSLE/edit?usp=sharing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