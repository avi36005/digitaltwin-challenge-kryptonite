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bounded patient update (±25 mg/dL)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range · warning &gt; 180 mg/dL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abstain / degraded / stale guards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warnings with outcomes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clinician review + note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review ledger (SQLite)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evidence · 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56048" y="3304184"/>
            <a:ext cx="1444752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F465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65776" y="3413912"/>
            <a:ext cx="122529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Candidates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65776" y="3706520"/>
            <a:ext cx="1225296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research only, offline;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served only if every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 gate passes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 line: identical code offline and online   ·   Blue: serving model   ·   Dashed box: research only, not served   ·   CPU only, local, no cloud, no LLM   ·  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Results at a glance: three kinds of evidence, kept apart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84632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Evaluated 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Model or procedure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MAE 30 / 60 min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Persistence 30 / 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Serving model — later recordings of the same 14 CGMacros Type 2 people (a test over time, retrospective)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Final 20 % of each recording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Fusion LightGBM + bounded patient correction (serving)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12.96 / 20.26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14.84 / 23.23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Participant-held-out research — 14 CGMacros people, each held out once (internal validation)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Five participant folds (D-032)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CGM-only procedure (Ridge in 4 of 5 folds),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13.88 / 22.30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14 CGMacros people (D-053)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Constrained LightGBM fusion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1">
                          <a:solidFill>
                            <a:srgbClr val="0B1220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1">
                          <a:solidFill>
                            <a:srgbClr val="0B1220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14 people (D-054)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Zero-shot foundation model,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14.55 / 22.92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External check — ShanghaiT2DM, 98 people, CGM only; D-045 was the cohort's second opening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98 people, 15-min CGM (D-045)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Separate 15-min LightGBM,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10.90 / 19.31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12.14 / 20.44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6869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Mean absolute error in mg/dL, averaged equally over participants: an average error, not an accuracy percentage. Each group is a different model and a different test — do not compare across groups. Serving ranges (target 80 %) covered 74.2 % / 74.0 %: under-coverage. Pending rows are filled only from verified, locked summaries.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SERVING MODEL · later recordings of the same 14 participants it was trained on — not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people held out entirely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 and a Ridge five-minute candidate on CGM-only features. Neither is the serving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here (five participant folds, each person held out once, protocol frozen before fitting, D-032).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We declared each study before its own run. Later studies reused previously inspected participants, so those results are internal validation.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a LightGBM–CatBoost blend (D-048): +0.02 mg/dL at 60 min on development people against a 0.5 target; held-out folds never opened.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fixed and tuned retraining (D-049, D-051): best 60-min gain +0.41 mg/dL (fixed), -0.37 [-0.63, -0.06] with tuning, below the declared 0.5 bar.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Not adopted — joint selection (D-052, 1,570 fresh fits): -0.88 [-1.75, -0.13] mg/dL at 60 min vs the refitted serving recipe, but +1.70 on peaks above 180 and +0.60 false alarms/day — gates not met.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most likely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each participant held out entirely · internal validation · not the serving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Research, 21–22 October: constrained LightGBM (D-053)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D-053 · gt-constrained-2026-10-21 — Constrained LightGBM fusion: peak-aware selection with the patient correction, each person held out once, against a freshly refitted serving recipe. Result and release-gate outcome: pending (inserted only from the locked, verified summary).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protocol was declared before its own run. It reuses previously inspected participants, so its result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Nothing from it reaches the app unless every declared release gate passes and the candidate passes serving parity and integration checks; otherwise the serving model is unchanged.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14 previously inspected people · internal comparison · CGM only · not 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a zero-shot foundation-model baseline (D-054)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What: amazon/chronos-bolt-tiny (pinned revision, 8.7 M parameters, apache-2.0), zero-shot on CGM only: each forecast origin is its own series of past readings; median forecast fixed in advance. Not fine-tuned, not a fusion model, not served. Its public pretraining data may include CGM recordings.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Against carrying the last reading forward, on identical origins: -0.79 [-1.01, -0.59] mg/dL at 30 min and -1.54 [-1.81, -1.30] at 60 min (macro MAE 22.92 vs 24.47; lower for 14 of 14 people).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Against the serving recipe refitted with each person held out (saved from D-052): +0.42 [-0.70, +1.47] mg/dL at 60 min (22.92 vs 22.50) — not better, and clearly worse on readings above 180.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secondary: the foundation forecast plus a freshly fitted LightGBM residual on the served inputs, -0.46 [-0.72, -0.21] mg/dL at 60 min against the same-code refit. Descriptive only; not a release candidate.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before any participant forecast; the 14 people were inspected in earlier experiments, so this is an internal comparison, not independent confirmation.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external cohort, CGM only · not the serving fusion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External check: an independent Type 2 cohort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Who: 98 adults with Type 2 diabetes in ShanghaiT2DM (China, FreeStyle Libre H, 15-minute readings), never trained on. No wearable or dated labs, so this checks the forecasting core only, not the fusion.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What: a separate 15-minute LightGBM on CGM-only features, developed on CGMacros. It is not the serving fusion model and not the Ridge candidate.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30 / 60 minutes (D-032, the cohort's first opening): -0.99 [-1.21, -0.77] mg/dL at 30 min (clear) and -0.34 [-0.76, +0.10] mg/dL at 60 min (inconclusive), versus carrying the last reading forward.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Two hours ahead (D-045, declared before any fit; its first 120-minute assessment and the cohort's second opening): 29.6 vs persistence 31.7 mg/dL at 120 min (-2.12 [-2.67, -1.53]), better for 78 of 98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Nothing was chosen on this cohort; other frozen pipelines were reported but not adopted, because choosing on it would turn it into a tuning set.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Retrospective replay only: no clinician workflow, outcome or safety study. The foundation-model baseline was zero-shot only; fine-tuning was not run.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fine-tune a time-series foundation model inside each training boundary and compare it under the same protocol (zero-shot only so far, D-054).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