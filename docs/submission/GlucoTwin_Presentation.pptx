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Kryptonite,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a review queue lists replays with unreviewed warnings first (an order of work, not triage) → each person reviewed in their own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patient adaptation (matured errors)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prediction range (conformal)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warning: new episode &gt; 180 mg/dL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Overview · Participants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Replay with warnings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evidence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Dashed: identical code offline and online   ·   Blue: serving model   ·   CPU only, runs locally, no cloud, no LLM   ·   research prototype,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the live safety guardrails.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history, a sparse last hour or no new reading; after 15 min without one the last forecast is marked Stale. Weak inputs (gaps, sensor-limit readings, missing wearable data) are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fusion model abstains when a health-record value is missing or not yet available; no input is used before the time it became available (native CGM readings only).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 correction bounded: learns only from forecasts whose outcome was observed, needs 6, capped at ±25 mg/dL, resets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Every warning is a labelled research warning: Outcome pending until it can be judged, then matched to an onset, counted as a false alarm or marked unknown; firings within 30 min merge into one episode.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Uncertainty and limits shown: 80 % prediction ranges with measured coverage; not a medical device, no treatment advice, replay only.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Evaluation cannot be quietly re-run: opened tests are locked; research runs cannot change the demo model;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new people and an independent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warning two hours ahead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brief's example is a spike predicted 2 hours ahead. Declared before any fit (decision D-043): the people-held-out procedure above, same folds, plus a 120-minute horizon. 14 people, each held out once; not the demo model, nothing promoted.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Forecast error at 120 min: 30.6 mg/dL vs persistence 35.9 (-5.25 [-6.44, -4.05] mg/dL); at 60 min 22.3 vs 24.5.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120-min warning: 315/329 onsets warned, 1.62 false alarms per observed day, median forecast lead 15 min. For comparison, 60-min warning: 313/329 onsets warned, 1.48 false alarms per observed day, median forecast lead 10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(EHR-like) inputs at 120 min, LightGBM with minus without: -0.86 [-2.60, +1.02] mg/dL (no reliable benefit on people held out).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Thresholds chosen on development folds only (≤ 2 false alarms per observed day); each test fold opened once. The 14 people were inspected in earlier experiments, so this is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Independent cohort (98 ShanghaiT2DM people, CGM-only 15-minute model, assessed once; D-045): 29.6 vs persistence 31.7 mg/dL at 120 min (-2.12 [-2.67, -1.53]), better for 78 of 98 people.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what we fixed, and what we could not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Declared and committed before any arm was computed (D-046): the saved two-hour predictions re-analysed, every choice made on development people, the outer people read once. Same 14 already-inspected people: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Fixed — prediction ranges: calibrating on all development people instead of 2 per fold raised two-hour coverage from 76.5 % to 79.8 % (target 80 %; 60 min 78.2 → 79.5 %), ranges 7 mg/dL wider.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shown — earlier warning: 126 vs 123 of 329 onsets warned ≥ 30 min ahead (+0.9 points [-5.5, +6.6]) at the same workload; median lead still 15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shown — health record as a new person's starting correction: -0.53 [-1.57, +0.58] mg/dL at 120 min, -0.93 [-2.74, +0.48] in the first 24 hours; the intervals cross zero, so no benefit is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adopted — a LightGBM–CatBoost blend (D-048, declared before scoring): +0.02 mg/dL at 60 min on development people against a 0.5 target, so the demo model is unchanged and the held-out folds were never opened.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demo model's ranges are already pooled over all 14 people; its under-coverage most likely comes from drift between time segments, so this fix is not applied to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Scores depend on the dataset, prediction task and evaluation protocol; performance on simulated patients does not establish performance on real patients.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